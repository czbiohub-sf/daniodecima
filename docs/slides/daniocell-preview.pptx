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We validated a fine-tuning framework on Zebrahub — can it scale to richer data?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25400"/>
          </a:xfrm>
          <a:prstGeom prst="rect">
            <a:avLst/>
          </a:prstGeom>
          <a:solidFill>
            <a:srgbClr val="036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DanioDecima (Zebrahub):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Pretrained &gt;&gt; random, conservation-independent, biologically meaningful attributions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Key question: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Does the same framework work with a different, richer atlas (DanioCell)?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DanioCell advantage: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3.4x more pseudobulks, 2.5x denser cell-type x stage coverage, 14 stage groups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89120"/>
            <a:ext cx="10698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800" b="0">
                <a:solidFill>
                  <a:srgbClr val="036DEA"/>
                </a:solidFill>
                <a:latin typeface="Avenir Light"/>
              </a:rPr>
              <a:t>This talk: </a:t>
            </a:r>
            <a:r>
              <a:rPr sz="1800" b="0">
                <a:solidFill>
                  <a:srgbClr val="000000"/>
                </a:solidFill>
                <a:latin typeface="Avenir Light"/>
              </a:rPr>
              <a:t>We show that all DanioDecima findings replicate with DanioCell — the framework generalizes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80% of test genes are better predicted by the pretrained model (MWU p=0.014)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25400"/>
          </a:xfrm>
          <a:prstGeom prst="rect">
            <a:avLst/>
          </a:prstGeom>
          <a:solidFill>
            <a:srgbClr val="036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3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6339944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Gene-level Pearson is identical (0.38); pretrained lift is actually larger (+0.23 vs +0.19)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25400"/>
          </a:xfrm>
          <a:prstGeom prst="rect">
            <a:avLst/>
          </a:prstGeom>
          <a:solidFill>
            <a:srgbClr val="036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011680"/>
                <a:gridCol w="2011680"/>
                <a:gridCol w="3474720"/>
              </a:tblGrid>
              <a:tr h="418011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Zebrahub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DanioCell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Track Pearson (pretrained)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0.81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0.76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More rare cell types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Track Pearson (random)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0.62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0.53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Track lift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+0.19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+0.23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DanioCell &gt; Zebrahub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Gene Pearson (pretrained)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0.38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0.38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Identical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Gene Pearson (random)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0.24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0.23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Gene lift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+0.14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+0.15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Identical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754880"/>
            <a:ext cx="10698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800" b="0">
                <a:solidFill>
                  <a:srgbClr val="036DEA"/>
                </a:solidFill>
                <a:latin typeface="Avenir Light"/>
              </a:rPr>
              <a:t>Interpretation: </a:t>
            </a:r>
            <a:r>
              <a:rPr sz="1800" b="0">
                <a:solidFill>
                  <a:srgbClr val="000000"/>
                </a:solidFill>
                <a:latin typeface="Avenir Light"/>
              </a:rPr>
              <a:t>Lower absolute track Pearson reflects more cell types (incl. rare), but the lift from pretraining is larger — the framework works even better with richer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